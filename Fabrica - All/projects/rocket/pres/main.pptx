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6DFF0-2171-43A2-B9A4-434BE8E7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0D1443-5D3E-4B52-BC3B-2512895C0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D17DF7-C7F4-4000-B2C1-3E5115C6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A6C964-C80B-40CF-A7DB-B8D7B4BF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D4BC49-20FB-4615-AA02-C2788492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40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EC261-6169-44A2-9573-195474C8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1CF54-9410-49C7-886F-B647C6D44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BF30D-37E1-4946-A516-31A5226E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A6D06F-1442-4C01-BDA3-0D49A610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A38532-E514-425C-A785-C9C7C642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80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F9BDD-A0A9-4002-9586-EF98FDA6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658A5D-31EB-4FAC-AA6A-781EDFA4C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0FF582-23B6-42BD-9BFD-33E59C7B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C3E00B-4FFA-4D98-A84E-79ED54C0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4DE501-381A-450D-8097-9A75C399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4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AA5D3-C26F-445A-B66F-C93F6232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B11C03-667D-4B86-9E70-0308FDE8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CF0EFE-0FFF-4202-8B16-7BC871D3B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ACF838-3BCE-4EDC-868D-79A3D6AF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6047F1-C4F6-4473-8865-9E03791D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E54216-D518-459D-84BB-B5A7C350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44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8CD7F9-BA73-47D6-AAD7-E09657F18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990A89-C811-4F44-9E0C-7186E584F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57AD43-842A-4237-A217-962F14371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E576C2-F466-463B-BCAF-92DB6E8CF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D23F5B-D517-4E61-9C0A-36A33F487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563D24-1CF4-4FD1-ABD8-B70B6C0B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7D0E72-B9B8-4767-BC1B-237781881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9FE9F2-D141-4F13-8F9B-122DF91A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85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43F90-D82D-4239-8B45-4DCDA977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D0B410-3E1F-43B1-B064-AE6D4BC1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AC0D17-9B06-460D-9EEA-A45A681AE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E96588-D306-4995-A613-748604A0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61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CDCD08F-A113-49A5-81EF-CA95EF856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EA10A90-044C-485E-9DBA-AC72BF1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707F22-8FA4-498C-AB7C-5932592F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32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346F5-E597-4620-AD1E-DFFE8EF9D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030A5-8050-408E-94CB-ED7AF979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E8924-A1E2-4366-A3BF-129A2A9E3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151CAB-D0AE-4534-8FB0-7557E8E2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33F770-4B57-4BAF-8602-578C1F0F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2406C-B31B-4837-9C35-101A06CC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05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267A7-438B-4204-8983-F5D996F1F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3C12D2E-0F3D-4C18-A3FA-9B1ECA13E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C5BBE8-E990-4515-B0E4-AB6F506ED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138589-131B-4BDD-BBDF-AC0EF903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2C6764-6E44-4384-A749-7440DDA9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EF9C8B-B0EE-4F1B-9010-EA1BBAE1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31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A32EC-EE8C-4D67-AF0D-40A665F1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F2AE93-80F2-42F4-B67B-AECFB5BA7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780A4F-468C-4A75-9C92-65D4C8878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0B97E-A289-4C67-854D-63FCCA43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871199-8130-4049-BA9C-E3503F88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83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3536A5-FDC0-4BFF-BF61-CD40056AC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9980B7-B304-4AB6-A6D9-E11C2222B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4BE9DE-7D0E-4082-B027-277CC55B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E0EF31-213F-424F-8025-737878B9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F99731-5B74-4A4D-83B6-CC81DAAB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57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50ED1-EFDF-415A-8DC8-8A20B2D3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87A1DD-FD75-45F1-AABE-A698EDB6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41A47A-F29E-452D-BA01-9A2C38318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369FF-BADF-4339-A0FE-8226CD516FA7}" type="datetimeFigureOut">
              <a:rPr lang="ru-RU" smtClean="0"/>
              <a:t>30.06.2025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223071-7B99-4137-9E20-7CE8559B7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86D7CB-10FD-407F-859E-5408B6C24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12166-F032-4975-8DDF-190F644D66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53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EC302B-1C7E-4410-91F7-20BF9172E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посадки на ускоритель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6227AC-5E91-4F1B-8299-CE62B7450F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Автор</a:t>
            </a:r>
            <a:r>
              <a:rPr lang="en-US" dirty="0"/>
              <a:t>: </a:t>
            </a:r>
            <a:r>
              <a:rPr lang="ru-RU" dirty="0"/>
              <a:t>Ефремов Леонид Б03-403</a:t>
            </a:r>
          </a:p>
        </p:txBody>
      </p:sp>
    </p:spTree>
    <p:extLst>
      <p:ext uri="{BB962C8B-B14F-4D97-AF65-F5344CB8AC3E}">
        <p14:creationId xmlns:p14="http://schemas.microsoft.com/office/powerpoint/2010/main" val="279063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13C3D-7496-448C-8BDD-A9B80156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9B2687-C5C6-46DE-8C7A-C34C66B7C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</a:t>
            </a:r>
            <a:r>
              <a:rPr lang="en-US" dirty="0"/>
              <a:t>: </a:t>
            </a:r>
            <a:r>
              <a:rPr lang="ru-RU" dirty="0"/>
              <a:t>Разработать ракету, способную ориентированно садиться на двигатели, при помощи торможения твердотопливными ускорителями.</a:t>
            </a:r>
          </a:p>
          <a:p>
            <a:pPr marL="0" indent="0">
              <a:buNone/>
            </a:pPr>
            <a:r>
              <a:rPr lang="ru-RU" dirty="0"/>
              <a:t>Выбранные подходы обеспечивали минимизацию электрических систем управления, облегчение и упрощение конструкции.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dirty="0"/>
              <a:t>Ракета строилась к Фестивалю космонавтики 2025, далее будет показан прототип. </a:t>
            </a:r>
          </a:p>
        </p:txBody>
      </p:sp>
    </p:spTree>
    <p:extLst>
      <p:ext uri="{BB962C8B-B14F-4D97-AF65-F5344CB8AC3E}">
        <p14:creationId xmlns:p14="http://schemas.microsoft.com/office/powerpoint/2010/main" val="176806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1B8CA-9953-4592-815E-C74A4AE0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Силовой блок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D8B2F-C06B-42AF-B18C-5150AAD2C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15123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В качестве примера рассмотрим самую сложную деталь в прототипе. Данный монолит является главной функциональной частью ракеты. </a:t>
            </a:r>
          </a:p>
          <a:p>
            <a:pPr marL="0" indent="0">
              <a:buNone/>
            </a:pPr>
            <a:r>
              <a:rPr lang="ru-RU" dirty="0"/>
              <a:t>1 . Трубы открытыми колпаками для </a:t>
            </a:r>
            <a:r>
              <a:rPr lang="ru-RU" dirty="0" err="1"/>
              <a:t>удобнной</a:t>
            </a:r>
            <a:r>
              <a:rPr lang="ru-RU" dirty="0"/>
              <a:t> установки и извлечения маршевого </a:t>
            </a:r>
            <a:r>
              <a:rPr lang="ru-RU" dirty="0" err="1"/>
              <a:t>двигаеля</a:t>
            </a:r>
            <a:r>
              <a:rPr lang="ru-RU" dirty="0"/>
              <a:t> РД-100 и посадочных двигателей РД-20. </a:t>
            </a:r>
          </a:p>
          <a:p>
            <a:pPr marL="0" indent="0">
              <a:buNone/>
            </a:pPr>
            <a:r>
              <a:rPr lang="ru-RU" dirty="0"/>
              <a:t>2. Отверстия для выноса системы зажигания двигателей управляемой самой ракетой. </a:t>
            </a:r>
          </a:p>
          <a:p>
            <a:pPr marL="0" indent="0">
              <a:buNone/>
            </a:pPr>
            <a:r>
              <a:rPr lang="ru-RU" dirty="0"/>
              <a:t>3. Гладкие отверстия для систем амортизации.</a:t>
            </a:r>
          </a:p>
          <a:p>
            <a:pPr marL="0" indent="0">
              <a:buNone/>
            </a:pPr>
            <a:r>
              <a:rPr lang="ru-RU" dirty="0"/>
              <a:t>4. Крепления амортизаторов.</a:t>
            </a:r>
            <a:br>
              <a:rPr lang="ru-RU" dirty="0"/>
            </a:br>
            <a:r>
              <a:rPr lang="ru-RU" dirty="0"/>
              <a:t>5. Шарнирные крепления стоек шасси.</a:t>
            </a:r>
            <a:br>
              <a:rPr lang="ru-RU" dirty="0"/>
            </a:br>
            <a:r>
              <a:rPr lang="ru-RU" dirty="0"/>
              <a:t>6. Пазовые крепления стабилизаторов.</a:t>
            </a:r>
          </a:p>
          <a:p>
            <a:pPr marL="0" indent="0">
              <a:buNone/>
            </a:pPr>
            <a:r>
              <a:rPr lang="ru-RU" dirty="0"/>
              <a:t>7. Внутренняя труба для направляющей</a:t>
            </a:r>
          </a:p>
          <a:p>
            <a:pPr marL="0" indent="0">
              <a:buNone/>
            </a:pPr>
            <a:r>
              <a:rPr lang="ru-RU" dirty="0"/>
              <a:t>Множественные ребра жесткости для креплений стоек шасси и крепления силового блока к ракете.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166446-3F06-4AAD-BB30-D98CB9B5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434" y="365125"/>
            <a:ext cx="3466371" cy="640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3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617C7-7240-40D4-874D-4F7B75569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Посадочные стойки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7580A-8020-4175-947D-F34284DD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05150" cy="4351338"/>
          </a:xfrm>
        </p:spPr>
        <p:txBody>
          <a:bodyPr/>
          <a:lstStyle/>
          <a:p>
            <a:r>
              <a:rPr lang="ru-RU" dirty="0"/>
              <a:t>Стойки раскрываются простейшим механизмом. В сложенном положении стойки натягивают резинки или пружины, обеспечивающих их выпуск. Стойки в сложенном положении связаны окружной нитью, которая </a:t>
            </a:r>
            <a:r>
              <a:rPr lang="ru-RU" dirty="0" err="1"/>
              <a:t>пережишается</a:t>
            </a:r>
            <a:r>
              <a:rPr lang="ru-RU" dirty="0"/>
              <a:t> в апогее, давая резинкам раскрыть стойки в полете, так же обеспечивая амортизацию при посадке.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47FCDE-90BC-4A98-84CC-3058DA99A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870" y="0"/>
            <a:ext cx="3818130" cy="3429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262212-919A-41BE-8520-A39D625DB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52" y="3126492"/>
            <a:ext cx="3469648" cy="37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9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C730E85-A763-47D4-A530-F18D45A22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186524" cy="3429000"/>
          </a:xfrm>
        </p:spPr>
        <p:txBody>
          <a:bodyPr/>
          <a:lstStyle/>
          <a:p>
            <a:r>
              <a:rPr lang="ru-RU" dirty="0"/>
              <a:t>Электроника</a:t>
            </a:r>
            <a:r>
              <a:rPr lang="en-US" dirty="0"/>
              <a:t>: ESP32-S3, BMP260, </a:t>
            </a:r>
            <a:r>
              <a:rPr lang="ru-RU" dirty="0"/>
              <a:t>реле.</a:t>
            </a:r>
          </a:p>
          <a:p>
            <a:r>
              <a:rPr lang="ru-RU" dirty="0"/>
              <a:t>Парашют укомплектован внешне для предсказуемости траектории полета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CAEEE5-3E23-45BF-8B1B-5E242D36F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524" y="0"/>
            <a:ext cx="428625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579A3E-9B7F-4FD5-A538-6213871A5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133" y="3429000"/>
            <a:ext cx="4139391" cy="34570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94B111-D8B8-4581-B09C-5474D98B7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7076" y="0"/>
            <a:ext cx="2244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7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7DADF-1E7B-48B6-B5BA-EC18D6E6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3660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полета для расчёта параметров ракеты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66BF23E-693D-425B-84E2-7694580BA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772" y="1832500"/>
            <a:ext cx="5624694" cy="4351338"/>
          </a:xfrm>
        </p:spPr>
      </p:pic>
    </p:spTree>
    <p:extLst>
      <p:ext uri="{BB962C8B-B14F-4D97-AF65-F5344CB8AC3E}">
        <p14:creationId xmlns:p14="http://schemas.microsoft.com/office/powerpoint/2010/main" val="34947191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220</Words>
  <Application>Microsoft Office PowerPoint</Application>
  <PresentationFormat>Широкоэкранный</PresentationFormat>
  <Paragraphs>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Проект посадки на ускоритель</vt:lpstr>
      <vt:lpstr>Постановка задачи</vt:lpstr>
      <vt:lpstr>Силовой блок</vt:lpstr>
      <vt:lpstr>Посадочные стойки</vt:lpstr>
      <vt:lpstr>Презентация PowerPoint</vt:lpstr>
      <vt:lpstr>Модель полета для расчёта параметров ракеты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посадки на ускоритель</dc:title>
  <dc:creator>ALCATRAST TARTALA</dc:creator>
  <cp:lastModifiedBy>ALCATRAST TARTALA</cp:lastModifiedBy>
  <cp:revision>2</cp:revision>
  <dcterms:created xsi:type="dcterms:W3CDTF">2025-06-30T11:33:13Z</dcterms:created>
  <dcterms:modified xsi:type="dcterms:W3CDTF">2025-06-30T12:58:41Z</dcterms:modified>
</cp:coreProperties>
</file>